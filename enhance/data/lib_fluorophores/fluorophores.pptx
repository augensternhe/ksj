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918"/>
    <p:restoredTop sz="94675"/>
  </p:normalViewPr>
  <p:slideViewPr>
    <p:cSldViewPr snapToGrid="0">
      <p:cViewPr varScale="1">
        <p:scale>
          <a:sx n="136" d="100"/>
          <a:sy n="136" d="100"/>
        </p:scale>
        <p:origin x="89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D8AFCA-76CE-F892-0698-BF18304930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B5FD21-B7FA-18FD-BD75-E1984B4752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D5EA51-C3A3-7F26-712F-2A23066B01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EDDDE-BABE-7E4E-BA86-4BB22A17D5DD}" type="datetimeFigureOut">
              <a:t>6/18/24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91806F-A914-6227-8541-6F7802AA47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4CC804-4910-A97F-3B48-3DCFD3852C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ED48C-F93F-564F-8A43-3A2C77F7D850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12154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48D717-105F-48C3-B7A2-3100F70955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76B00D-2BBB-5FCF-7E0E-FD8AF0CB8D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C762B9-539C-296C-E915-FEE4797301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EDDDE-BABE-7E4E-BA86-4BB22A17D5DD}" type="datetimeFigureOut">
              <a:t>6/18/24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EFA306-EB45-EFA5-27C9-D64C06DAE0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9FF218-7248-60F3-FAF4-5F5E7FDED3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ED48C-F93F-564F-8A43-3A2C77F7D850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6625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811092-6C6D-11C4-1E0E-DA8C58AD4C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3CC785-361D-4474-1F59-1D824CA7CD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3405F9-5F0A-A335-4803-DD4E086CD9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EDDDE-BABE-7E4E-BA86-4BB22A17D5DD}" type="datetimeFigureOut">
              <a:t>6/18/24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0D919E-94F9-83AC-48C1-100BAE9C37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06F2B1-FF5E-DBC9-7502-68E62D0136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ED48C-F93F-564F-8A43-3A2C77F7D850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43698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FB128E-F546-A83A-B447-7EC6BD8EDE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D75137-86DF-2DB6-73B8-544AF6B4A3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38544D-D099-3BDC-2D2A-268E00AA2B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332AD9-7D9F-0664-3BE5-62325EBF2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EDDDE-BABE-7E4E-BA86-4BB22A17D5DD}" type="datetimeFigureOut">
              <a:t>6/18/24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E82D50-ED9E-9178-81D4-2B7F5CB5B5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CE4E9F-FC2C-E616-4D57-83D0C13A46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ED48C-F93F-564F-8A43-3A2C77F7D850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30918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6CEBBC-3447-1CAD-C3B8-A770F1B218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2E618C-3193-76BD-9A28-EE24237783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C572EB-2BD8-FD7A-F1AC-8B51358502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350C51-B7BF-9604-A210-C2060AF47C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7F8B5C-1803-55D5-3303-FD8F028F1FD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72E456-B458-F03B-5B0D-4253BA2AC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EDDDE-BABE-7E4E-BA86-4BB22A17D5DD}" type="datetimeFigureOut">
              <a:t>6/18/24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269B02D-8AF5-9824-C7AC-A43CFCC92B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A03F840-88EA-D4EE-A198-6D47883CA6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ED48C-F93F-564F-8A43-3A2C77F7D850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71419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CDA9E5-20E7-8E2C-B4E4-9165C2B5FE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B15F454-70D3-04C7-52B8-41E3768478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EDDDE-BABE-7E4E-BA86-4BB22A17D5DD}" type="datetimeFigureOut">
              <a:t>6/18/24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2479FB-E16C-504C-E1AB-690EB3ACE1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393993-E5AB-6615-0926-0134FBD0E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ED48C-F93F-564F-8A43-3A2C77F7D850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41103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A69FB13-1696-EF67-DA65-7E447B191E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EDDDE-BABE-7E4E-BA86-4BB22A17D5DD}" type="datetimeFigureOut">
              <a:t>6/18/24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2C9B429-C456-073C-A7AA-D15CA85659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9824C9-975B-6E82-470A-5E9292334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ED48C-F93F-564F-8A43-3A2C77F7D850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11246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90CE85-911D-1BA1-523B-13B01D59B6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B8060B-FBAB-2C5F-BB40-90AC435E7D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D311E6-4691-DF20-3AA7-041CCCAF3E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207584-6BE8-75A7-6765-B7ACD0057C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EDDDE-BABE-7E4E-BA86-4BB22A17D5DD}" type="datetimeFigureOut">
              <a:t>6/18/24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72892E-E2CE-B48F-C9B5-C22BEF2226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064719-B6AB-A561-B2BB-37CAD639F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ED48C-F93F-564F-8A43-3A2C77F7D850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48459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A9E32C-3817-A6D5-06A8-CD59CABBC4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9AF631B-048D-5064-C0E2-201F8B5915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6674F5-6A25-5DEE-D768-08CC6984B3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3ECE84-1AD4-5761-7BE6-448B11419A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EDDDE-BABE-7E4E-BA86-4BB22A17D5DD}" type="datetimeFigureOut">
              <a:t>6/18/24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C467F2-87BD-95BC-B94C-E9FF518282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D1F0E0-0DC5-CAC3-E220-386040775A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ED48C-F93F-564F-8A43-3A2C77F7D850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10183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C7BAF-C0A0-25B4-AC88-C7D51E2BE8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52B12E-E629-16CB-7EAA-B1165EBC36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C0A206-27E2-044C-5B1A-CB0259CABB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EDDDE-BABE-7E4E-BA86-4BB22A17D5DD}" type="datetimeFigureOut">
              <a:t>6/18/24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0538B4-AF77-FA0B-05BE-ECF4D33E9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FA1DA5-2905-8A92-10B1-0420E84E10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ED48C-F93F-564F-8A43-3A2C77F7D850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05740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5AFFB52-A79D-A59D-E686-B75CDBFB2F7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4B82B9-A94B-DBF1-2BAC-2680BB367F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1CFCF8-72AC-DD39-BD9B-AAA5CFEDB5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EDDDE-BABE-7E4E-BA86-4BB22A17D5DD}" type="datetimeFigureOut">
              <a:t>6/18/24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8391A7-9E78-E7CF-43E5-9D5E771788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55FF75-599E-3A37-B495-7A8D5DD4A5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ED48C-F93F-564F-8A43-3A2C77F7D850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03501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6C77F8C-178E-9F22-381C-07D83A842D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1FC5D0-BBBF-38B7-F58D-26C4EC9C0C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082B8B-B3F2-DDA9-4205-23C39E2DCF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CEDDDE-BABE-7E4E-BA86-4BB22A17D5DD}" type="datetimeFigureOut">
              <a:t>6/18/24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DEC6FE-C10D-92D8-9914-DD2F70C16B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5999B1-236C-CA53-E5EC-C3F6DD1832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19ED48C-F93F-564F-8A43-3A2C77F7D850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29107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31C7C588-8CA4-7801-42D2-05E07C35BD9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549" t="11016" r="9520"/>
          <a:stretch/>
        </p:blipFill>
        <p:spPr>
          <a:xfrm>
            <a:off x="3299380" y="3685881"/>
            <a:ext cx="8638430" cy="312734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72CE72D-36C1-A0CE-AC10-FCAF4497DF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944477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F9B44F4-E06E-6741-CCBD-3DD5C6100E3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6512" t="7370" r="8572" b="11541"/>
          <a:stretch/>
        </p:blipFill>
        <p:spPr>
          <a:xfrm>
            <a:off x="3864988" y="120192"/>
            <a:ext cx="6183984" cy="3384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59307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Guanghao Chen</dc:creator>
  <cp:lastModifiedBy>Guanghao Chen</cp:lastModifiedBy>
  <cp:revision>3</cp:revision>
  <dcterms:created xsi:type="dcterms:W3CDTF">2024-06-18T23:12:58Z</dcterms:created>
  <dcterms:modified xsi:type="dcterms:W3CDTF">2024-06-19T00:46:04Z</dcterms:modified>
</cp:coreProperties>
</file>